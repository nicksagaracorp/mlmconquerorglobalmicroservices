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840480"/>
            <a:ext cx="10972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· BILLING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&amp; Workflow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deck for engineers and AI assistants — the agreed rules of how money moves through the platform, why each rule exists, and where to find it in code.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2026-05-13 · Sagara Media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this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mental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· Card-charge · Recurring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Spreedly as the universal vault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token per member is enough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processor catalog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charge what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matrix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brand → gateway split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% counter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ratios, not statistical drift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presentment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977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GBP / CAD / AUD + 2 %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77640" y="4480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· Recurring · Authorization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plans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5548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Advantage vs Lifestyle Ambassador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cadence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5548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retry = prev attempt + next offset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Commission-balance-first funding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5548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from earnings before the card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Residual ledger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5548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table + Monday consolidation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status semantics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55548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 ≠ HoldByBilling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architecture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555480" y="3977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pipeline (planned)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2084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555480" y="4480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things you must never violate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layers of the billing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issues live in the seam between two layers — hold the boundaries clearly.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114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Tokenization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itself — vaulted once at Spreedly. Returns a single payment_method_token per member.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Spreedly + MemberPaymentMethod / MemberCreditCard (Domain).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920240"/>
            <a:ext cx="73152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Card-charge (routing)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transaction: which gateway, which currency, what fallback chain to walk on failure. Stateless.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Billing/Services/Routing/* + Services/CardGateway/*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9202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20240"/>
            <a:ext cx="73152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Recurring / dunning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2514600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bill, how to bill, what to retry, what to do when retries exhaust. Per-subscription state machine.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Billing/Services/Recurring/* + Jobs/RecurringBillingSweepJob.cs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never talks to a gateway directly — it always delegates to layer 2.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TOKENIZATION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Tokenization: Spreedly as the universal vault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per member, every gateway in scope.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Spreedly is a PCI-compliant vault that proxies to dozens of downstream processors. You vault the card once at signup; at charge time, you tell Spreedly to execute against whichever gateway the router picked.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per-gateway vaulting — admin adding a new processor needs no back-fill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Router decides; Spreedly never picks the gateway itself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Constraint: Spreedly rate limits surface as the MaxConcurrencyPerGateway admin parameter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21040" y="3291840"/>
            <a:ext cx="1645920" cy="1645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SPREEDLY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1463040" cy="9144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3703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token)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4114800"/>
            <a:ext cx="6400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25081" y="178898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81" y="17889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Spreedly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86906" y="3304343"/>
            <a:ext cx="238176" cy="-135076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54500" y="2189901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54500" y="2189901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Direct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35438" y="3454685"/>
            <a:ext cx="819063" cy="-11001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05130" y="2965291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05130" y="2965291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EUR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79424" y="3745456"/>
            <a:ext cx="1225707" cy="-615573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395020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0" y="3950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66960" y="4114800"/>
            <a:ext cx="1371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5130" y="4935125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5130" y="4935125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US LLC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879424" y="4484144"/>
            <a:ext cx="1225707" cy="615573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54500" y="5710515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54500" y="5710515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35438" y="4774915"/>
            <a:ext cx="819063" cy="11001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25081" y="611142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5081" y="61114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86906" y="4925257"/>
            <a:ext cx="238176" cy="135076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processor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822960"/>
                <a:gridCol w="1005840"/>
                <a:gridCol w="5394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NmiSpreedly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(Spreedly Vault)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NMI in routing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step in signup chain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Checkout.com 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/ UK / Russia / Australia / catch-all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Checkout.com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+ 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CheckoutUsLlc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US LLC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 split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+ Russia split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Maestro / Bancontact / JCB + last-resort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"NMI" in any routing rule always means NmiSpreedly. NmiDirect is only a step in the signup fallback chain.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ROUTING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matrix — country × brand →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3291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/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(group)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 60 % · Shift4 40 %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 bloc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 50 % · Shift4 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Korea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CheckoutUS 100 %  (CAD +2 %)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 100 %  (AUD +2 %)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CheckoutUS 40 % · NMI 60 %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 100 %  (GBP +2 %)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 (grp)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50 % · Checkout US LLC 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Catch-all (other)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/ MasterCard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CheckoutEUR or CheckoutUS  ·  USD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Maestro · Bancontact · JCB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EMS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61120" y="146304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0" y="1463040"/>
            <a:ext cx="73152" cy="4937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specific wins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89720" y="2057400"/>
            <a:ext cx="23774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Exact ISO country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Country group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Brand catch-all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Global catch-all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groups (Europe / LatAm / RussiaBloc) are editable from admin — the seeded lists match the rules document exactly.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split — deterministic counter, not random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60/40 means exactly 60/40, every day, every bucket.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5778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848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counter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GatewayRoutingCounter row per processor per bucket (OperationType + CardBrand + match).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each charge, compute every processor's current share. Pick the one furthest below its target.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Increment its counter inside the same DB transaction as the charge.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 rolls back → counter rolls back. Always.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long-run ratios are exact, not statistical. Audit-friendly per bucket.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920240"/>
            <a:ext cx="73152" cy="4297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weighted random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51460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random drifts with small samples.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50 charges in a day with a 60 / 40 split.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Random: anywhere between 24/26 and 36/14 in a single day.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Deterministic: exactly 30 / 20 every time.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deterministic counters, support can answer: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% did NMI actually get on Visa-in-USA last week?"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sampling error to argue about.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CURRENCY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presentment &amp; conversion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(Visa/MC)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Everywhere else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Amex (regardless)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463040"/>
            <a:ext cx="73152" cy="4937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rate 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29400" y="205740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currencyconverterapi.com  (API key in ApiCredential, admin-editable)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exchange:USD:{currency}  ·  TTL 1 hour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job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ExchangeRateRefreshJob  ·  Hangfire queue billing  ·  hourly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Stale-on-error fallback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Redis misses and the live call fails, read the most recent ExchangeRateSnapshot from SQL. Never a hard failure.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FALLBACK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chains by operation 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ONE-OFF PAYMENT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Spreedly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240280" y="2194560"/>
            <a:ext cx="27432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4144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Direct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2240280" y="2898648"/>
            <a:ext cx="27432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4553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455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2240280" y="3602736"/>
            <a:ext cx="27432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49624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9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(USA / CANADA)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7373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Spreedly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263640" y="2194560"/>
            <a:ext cx="274320" cy="20116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44144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2441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min delay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389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— ALTERNATE PRIMARY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75488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5400000">
            <a:off x="6263640" y="5212080"/>
            <a:ext cx="274320" cy="20116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545896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5458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Spreedly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5458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min delay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AUTHORIZATION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17373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Spreedly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5400000">
            <a:off x="10195560" y="2194560"/>
            <a:ext cx="274320" cy="201168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244144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rot="5400000">
            <a:off x="10195560" y="2898648"/>
            <a:ext cx="274320" cy="201168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0" y="314553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31455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EMS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9893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exception: any NMI fallback step is forced to USD regardless of the primary's presentment. Stripe fallback keeps the presented currency.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PLANS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plans — the two seeded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5778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Advantage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· VIP · Turbo (three products)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743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days (from last successful billing)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cadence (days)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1, 2, 2, 2, 2, 2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retries fail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monthly anniversary → repeat next month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unbilled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4389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 →  membership = HoldByBilling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column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Product.MonthlyFee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from commission first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5486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(default — admin-editable)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417320"/>
            <a:ext cx="53035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417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 Ambassador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Ambassador (single product)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(from last successful billing)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cadence (days)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291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1, 1, 1, 2, 2, 5, 5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retries fail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membership Expired ("Inactive")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unbilled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auto-stops)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937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column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937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Product.AnnualPrice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5486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from commission first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5486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(default — admin-editable)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 new plans, change cadences, swap products. Subscriptions whose product has no plan continue under the legacy MembershipAutoRenewalJob.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CADENCE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cadence — offset is from the previous attempt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Travel Advantage cadence (1, 2, 2, 2, 2, 2), bill due May 1.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6984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57860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attempt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(NextBillingDate)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0008" y="25786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33088" y="25786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16168" y="25786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99248" y="25786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482328" y="25786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068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0684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265408" y="25786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8136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8992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8992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9377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029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retries fail?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Advantage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jump to the monthly anniversary (same day-of-month as enrollment, next month) and run the cadence again. When 90 days elapse since the last successful billing, membership becomes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HoldByBilling.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Ambassador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membership becomes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Engine stops. Member must contact support or use Biz Center to be billed manually.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FUNDING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Commission-balance-first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every recurring bill attempt — for any plan with PayFromCommissionBalanceFirst = true.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120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balance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48463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generalPending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 CommissionEarning where Status = Pending  (includes prior consolidated DR credits AND prior negative token debits)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dailyResidualPending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 DailyResidualEarning where Status = Pending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eligibleDailyResidual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dailyResidualPending ≥ DailyResidualConsolidationMinimum  ?  dailyResidualPending  :  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= generalPending + eligibleDailyResidual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5669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874520"/>
            <a:ext cx="73152" cy="4480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0391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available ≥ fee  →  pay from commissions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2200" y="2468880"/>
            <a:ext cx="53035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Consolidate eligible Daily Residual rows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Mark them Paid, set PaymentDate / CommentedBy / PaymentComment. Create one CommissionEarning credit row for the total.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the negative debit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New CommissionEarning row, Amount = -fee, Pending.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Issue product token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TokenTransaction (qty 1) of the plan's TokenType + bump TokenBalance.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the order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Paid Orders + OrderDetail + PaymentHistory (GatewayName = "CommissionBalance").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→  charge the card for the full amount via the routing engine. No split.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DAILY RESIDUAL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Residual ledger &amp; Monday consolidation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4937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separate 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audit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carries snapshot fields explaining why it was created: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CurrentRankId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EligibleDualTeamPoints / EligibleEnrollmentTeamPoints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the row goes Pending → Paid: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PaymentDate  (from IDateTimeProvider)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CommentedBy ("weekly-consolidation" / "membership-token-purchase" / …)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PaymentComment  (descriptive movement note)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417320"/>
            <a:ext cx="73152" cy="4937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581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consolidation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01168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 DailyResidualConsolidationJob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queue commissions  ·  weekly, Mondays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member: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pending DailyResidualEarning rows.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Σ pending ≥ DailyResidualConsolidationMinimum: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 them Paid with tracking fields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 ConsolidatedIntoCommissionEarningId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one CommissionEarning credit for the total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minimum  →  leave pending, try next Monday.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6424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default $100  ·  configurable in admin (GlobalParameter "DailyResidualConsolidationMinimum")  ·  same mechanic also fires ad-hoc when a recurring bill is about to be funded from commissions.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status — six values, two are dangerously similar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in good standing.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signup / renewal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417320"/>
            <a:ext cx="3657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first activation.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signup pre-payment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417320"/>
            <a:ext cx="36576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OnHold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1965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SUPPORT-INITIATED pause. No charges, no attempts. Resumes normal billing automatically when the support-defined pause ends.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86200"/>
            <a:ext cx="36576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or support cancelled.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action / admin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3886200"/>
            <a:ext cx="36576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Expired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72000" y="4434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elapsed without renewal. Lifestyle's MarkExpired lands here.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engine / legacy renewal job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3886200"/>
            <a:ext cx="3657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HoldByBilling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12480" y="4434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SYSTEM-INITIATED stop. Travel Advantage hit the 90-day cap. Engine stops. Reactivated only by a successful manual bill.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engine (Travel terminal)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 OnHold (support pause, auto-resumes)  ≠  HoldByBilling (engine stop, manual revive only).  Different semantics, different recovery paths.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VOLUME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High-volume processing — four-stage pipeline (planned)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designed, not yet implemented.  Goal: complete the day's billing inside a 3-hour window starting 01:00 ET, with worker counts derived dynamically from the day's actual case count.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745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5146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pass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3063240"/>
            <a:ext cx="23682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due cases · resolve gateway · read avg latency · compute WorkersNeeded per processor · write batch + shards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553212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 min, 1 instance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18104" y="3822192"/>
            <a:ext cx="274320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874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9748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8745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25146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workers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3063240"/>
            <a:ext cx="23682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per processor, queues billing-{processor}. Each owns an id-range shard (zero overlap). Updates the member's own state only · emits PointDeltaEvent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553212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 – 04:00 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52744" y="3822192"/>
            <a:ext cx="274320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874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874520"/>
            <a:ext cx="26974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8745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25146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Upline aggregator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1072" y="3063240"/>
            <a:ext cx="23682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PointDeltaEvent rows to net delta per upline · one UPDATE per upline · in transaction with events → Applied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553212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04:00 ET, 1 instance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87384" y="3822192"/>
            <a:ext cx="274320" cy="219456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0" y="1874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0" y="1874520"/>
            <a:ext cx="2697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18745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25712" y="25146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triggers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25712" y="3063240"/>
            <a:ext cx="23682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evaluation · FSB / Boost second half · push notifications · scoped only to members touched in this batch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25712" y="553212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04:15 ET, parallel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·  the aggregator collapses thousands of point updates per upline into one batched UPDATE — eliminating hot-key contention and state-oscillation writes.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HARD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violate these.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are always encrypted (ENC: prefix). Plain text throws WalletPasswordStorageException.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737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always comes from IDateTimeProvider.  Never DateTime.Now / DateTime.UtcNow directly.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never touches our DB. Only the Spreedly token. No PAN, no CVV, no expiry beyond masked last-4.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decisions are always made on our side. Spreedly is a dumb proxy — adaptive features off.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657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increments happen inside the charge transaction. Roll back the charge → roll back the counter.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657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funding is all-or-nothing per source. Either commissions or card pays the full fee, never split.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residuals are consolidated, never deleted. Rows go Paid with PaymentDate / CommentedBy / PaymentComment.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70916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 ≠ HoldByBilling. Code that checks one must never assume the other.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5577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are generated AND applied. A pending migration is an incomplete change.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56692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577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in controllers. Controllers orchestrate; the Billing project owns the logic.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972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LIVE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locations &amp; references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 &amp; enums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1945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Domain/Entities/Billing/ · Domain/Entities/Commission/ · Domain/Enums/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configs &amp; migrations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5237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Repository/Configurations/ · Repository/Migrations/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routing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852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Billing/Services/Routing/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gateway clients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18211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Billing/Services/CardGateway/  (Spreedly proxy)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services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51129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Billing/Services/Recurring/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8404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Billing/Services/CurrencyConversionService.cs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jobs — billing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1696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Billing/Jobs/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jobs — commissions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4988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CommissionEngine/Jobs/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828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8280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Repository/Seeders/GatewayRoutingSeeder.cs · RecurringBillingSeeder.cs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1572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controllers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51572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AdminAPI/Controllers/AdminBillingGatewayController.cs · AdminRecurringBillingController.cs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486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54864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AdminWeb/Components/Pages/AdminBilling*.razor · AdminRecurring*.razor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815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menu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581558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SharedComponents/Components/Layout/AdminSidebarMenu.razor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wins  ·  this deck second  ·  spec docs in /docs/superpowers/specs/ for history &amp; rationale.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Billing Reference · v1.0 · 2026-05-13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MLMConqueror Billing — Rules &amp; Workflow</dc:title>
  <dc:subject>Reference deck for the billing subsystem</dc:subject>
  <dc:creator>Sagara Media Group</dc:creator>
  <cp:lastModifiedBy>Sagara Media Group</cp:lastModifiedBy>
  <cp:revision>1</cp:revision>
  <dcterms:created xsi:type="dcterms:W3CDTF">2026-05-13T15:13:37Z</dcterms:created>
  <dcterms:modified xsi:type="dcterms:W3CDTF">2026-05-13T15:13:37Z</dcterms:modified>
</cp:coreProperties>
</file>