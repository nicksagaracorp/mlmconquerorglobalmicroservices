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840480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200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· COMMISSIONS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&amp; Workflow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deck for engineers and AI assistants — the agreed rules of how every member gets paid, why each rule exists, and where to find it in code.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2026-05-13 · Sagara Media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this deck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commission streams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pays, when, and why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trees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Team (binary) · Enrollment (unilevel)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axes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· DTP · EP · eligible vs raw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CommissionType taxonomy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catalog row drives every payout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Bonus &amp; Fast Start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· 3 time-boxed windows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Residual ledger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977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table · snapshot · Monday consolidation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· Car · Presidential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77640" y="4480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monthly, monthly pool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Bonus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5548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downline's earnings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lifecycle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5548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Paid is terminal · reversals are new rows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&amp; qualification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5548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Per-leg caps · lifetime rank · evaluation cadence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2084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5548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/ Unlocked · MissedPayment flag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08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catalog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55548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weekly · monthly · sweeps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2084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↔ Billing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555480" y="3977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seams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2084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hard rules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555480" y="4480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violate these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STREAMS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commission streams — six different questions answered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6576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Bonus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sponsored someone.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· on signup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417320"/>
            <a:ext cx="365760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Start Bonus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sold during one of your three launch windows.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· on order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417320"/>
            <a:ext cx="36576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Residual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binary legs accumulated points yesterday.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· 02:00 UTC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3657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 Bonus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enrolled enough new Elite/Turbo members this week.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715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Sun 03:00 UTC + sweep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39319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931920"/>
            <a:ext cx="3657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Bonus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hit the car-qualification threshold this month.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5715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1st 05:00 UTC + sweep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39319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931920"/>
            <a:ext cx="36576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Presidential Bonus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392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at the top — here's a share of the company pool.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5715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1st 04:00 UTC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30936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6309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Matching Bonus  —  event-triggered when downline earnings land. Pays a % match on a parent earning row, configured via CommissionType.ResidualOverCommissionType.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trees — every member sits in both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4206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81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Team (binary)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ambassador has a LEFT and RIGHT leg.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accumulate per leg (uncapped storage).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rank-evaluation time: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leg's contribution is capped at MaxTeamPointsPerBranch × rank.TeamPoints (default 50 %).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DualTeamEntity  ·  HierarchyPath enables O(1) ancestor lookups (no recursion).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417320"/>
            <a:ext cx="73152" cy="4206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581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Enrollment (unilevel / genealogy)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"who sponsored whom" tree.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the tree pays is per-commission-type — driven by CommissionType.LevelNo rows. There is no global depth cap.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 and rank are orthogonal: a Black Royal can sit 60+ generations above another ambassador.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Per-branch ET cap: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direct-sponsorship branch is capped at MaxEnrollmentTeamPointsPerBranch × rank.EnrollmentTeam.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GenealogyEntity  ·  HierarchyPath  ·  feeds Sponsor + FSB + Matching.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760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window: 30 days from enrollment.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5760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Unplacement: max 2 per member · only within 72 h of first placement.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Points: admin-only · leg-scoped · visible only to the upline.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axes — raw vs eligible, and where each lives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310896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Points (PP)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MemberStatistic.PersonalPoints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thresholds, FSB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Customer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MemberStatistic.ExternalCustomerPoints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rank/FSB qualifications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Dual-Team Points (DTP)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DualTeamEntity.{Left,Right}LegPoints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Residual, rank DT 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Per-leg: MaxTeamPointsPerBranch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Points (EP)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MemberStatistic.EnrollmentPoints + per-branch sums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ET 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Per-branch: MaxEnrollmentTeamPointsPerBranch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DualTeamSize / EnrollmentTeamSize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MemberStatistic.*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QualifiedSponsoredMembers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MemberStatistic.*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counts / FSB unlocks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math (used everywhere rank is evaluated)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CappedDualTeamTotal = min( min(left, perLegCap) + min(right, perLegCap),  threshold 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61996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CappedEnrollmentTotal = min( Σ min(branch, perBranchCap),  threshold )       ·  threshold = 0  ⇒  axis opts OUT for this rank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TAXONOMY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CommissionType — one catalog row drives every payout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types are not hardcoded. Adding a new commission type is mostly a catalog row + a CommissionCategory + (optionally) a new handler if the formula is novel.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73152" cy="4572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Payout shape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the source order (or matched earning).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 ·  AmountPromo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USD; AmountPromo overrides during a promotion window.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PaymentDelayDays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PaymentDate = EarnedDate + N days. Drives the payout sweep.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IsRealTime  ·  IsPaidOnSignup  ·  IsPaidOnRenewal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order types and which moments trigger this type.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874520"/>
            <a:ext cx="73152" cy="4572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39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Eligibility levers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983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LifeTimeRank  ·  CurrentRank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lifetime / min current rank to qualify.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PersonalPoints  ·  TeamPoints  ·  EnrollmentTeam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Per-axis thresholds. 0 = opt-out for that axis.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NewMembers  ·  DaysAfterJoining  ·  MembersRebill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within a sliding window (FSB-style).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ResidualBased  ·  ResidualOverCommissionType  ·  ResidualPercentage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type as a residual / matching layer on another type.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ReverseId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at the CommissionType used to write a cancelling row.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REAL-TIME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Bonus &amp; Fast Start Bonus — real-time payouts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45720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4937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81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Bonus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2062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on signup completion.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sponsor in the enrollment tree.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sponsoree cancels within the window → ReverseSponsorBonusHandler writes a Cancelled negative row. Original is not deleted.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Features/CalculateSponsorBonus/CalculateSponsorBonusHandler.cs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417320"/>
            <a:ext cx="6355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1417320"/>
            <a:ext cx="73152" cy="4937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55448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Start Bonus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965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time-boxed windows over the member's tenure. Outside any window → no earning, no error.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154680"/>
            <a:ext cx="562356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enrollment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44200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50458" y="3017520"/>
            <a:ext cx="1012241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0458" y="3017520"/>
            <a:ext cx="1012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81521" y="3401568"/>
            <a:ext cx="449885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1521" y="3401568"/>
            <a:ext cx="44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extended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31175" y="3017520"/>
            <a:ext cx="1012241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1175" y="3017520"/>
            <a:ext cx="1012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18243" y="3017520"/>
            <a:ext cx="1012241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8243" y="3017520"/>
            <a:ext cx="1012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434340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MemberCommissionCountDown: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4709160"/>
            <a:ext cx="5989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FastStartBonus1Start / 1End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FastStartBonus1ExtendedStart / 1ExtendedEnd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FastStartBonus2Start / 2End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FastStartBonus3Start / 3End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changes in MemberCommissionCountDownHistory.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DAILY RESIDUAL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Residual — its own ledger, with snapshots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Residual gets its own table for per-day audit + snapshot fields. Consolidated weekly (or ad-hoc when a recurring bill funds from commissions) into one CommissionEarning credit row.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4480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305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DailyResidualEarning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5120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BeneficiaryMemberId  ·  Amount  ·  EarnedDate  ·  Status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fields (set at accrual)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CurrentRankId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EligibleDualTeamPoints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EligibleEnrollmentTeamPoints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PersonalPoints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Payment-tracking fields (set on Pending → Paid)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PaymentDate  (from IDateTimeProvider)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CommentedBy  ("weekly-consolidation" / "membership-token-purchase" / …)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PaymentComment  (descriptive movement note)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ConsolidatedIntoCommissionEarningId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965960"/>
            <a:ext cx="73152" cy="4480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305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consolidation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51206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 DailyResidualConsolidationJob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 commissions  ·  cron 0 4 * * 1  (Mondays 04:00 UTC)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member: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pending DailyResidualEarning rows.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Σ ≥ DailyResidualConsolidationMinimum: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 them Paid + tracking fields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 ConsolidatedIntoCommissionEarningId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one CommissionEarning credit for the total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minimum → leave pending, try next Monday.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default $100  ·  configurable in admin (GlobalParameter).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PERIODIC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Periodic bonuses — Boost · Car · Presidential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 Bonus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Sundays 03:00 UTC + a 5-min sweep that backfills any missed past weeks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3016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Elite (MembershipLevelId 3) and Turbo (4) signups in the upline's tree count toward thresholds — week runs Mon → Sun.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8646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BoostBonusJob · BoostBonusSweepJob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41732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417320"/>
            <a:ext cx="36576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Bonus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6280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39572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1st 05:00 UTC + daily 06:00 UTC reconciliation sweep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6280" y="3337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363016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meeting a rank + volume threshold receive a monthly stipend.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26280" y="4572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48646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CarBonusJob · CarBonusSweepJob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141732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417320"/>
            <a:ext cx="356616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Presidential Bonus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2104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23957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1st 04:00 UTC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21040" y="3337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36301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 company-defined pool, divided among members at or above the qualifying rank.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21040" y="4572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48646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PresidentialBonusJob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MATCHING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Bonus — match your downline's 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Event-triggered: fires when a downline earning row lands (FSB, Daily Residual consolidation, etc.). Pays a percentage match to the upline.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FSB $100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2761488"/>
            <a:ext cx="822960" cy="237744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3774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2761488"/>
            <a:ext cx="822960" cy="237744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3774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 match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966960" y="2761488"/>
            <a:ext cx="822960" cy="237744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23774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Level-3 match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14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CONFIGURED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480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CommissionType.ResidualBased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CommissionType.ResidualOverCommissionType = &lt;id of the source type to match&gt;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CommissionType.ResidualPercentage = the match 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CommissionType.LevelNo = which generation (1 = direct sponsor, 2 = grandparent, …)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uses the same levers as any other commission type — LifeTimeRank, CurrentRank, PersonalPoints, SponsoredMembers thresholds — so an upline that hasn't earned the right to match a given level simply doesn't receive a row.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Earnings lifecycle — Paid is terminal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Created · Pending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EarnedDate = now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PaymentDate = now + PaymentDelayDays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788920"/>
            <a:ext cx="457200" cy="27432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0116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Payout sweep → Paid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2788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PaymentDate ≤ now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transition allowed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2788920"/>
            <a:ext cx="457200" cy="27432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01168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Reversal: NEW negative row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2788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Cancelled · linked via SourceOrderId / SourceMemberId. Original never mutated.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17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purchase from commission balance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CommissionEarning row with Amount = -fee, Status = Pending. Notes / SourceOrderId point at the renewal order. This is the debit ledger entry (see BILLING-RULES §7).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contract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6035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on (SourceOrderId, CommissionTypeId) — code RELIES on this instead of "remembering" it processed this order. CSV-imported rows carry CsvImportBatchId for bulk reversal.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RANKS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Ranks — qualification, lifetime,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4937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81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2918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RankDefinition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SortOrder  (higher = senior)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 (Active / Retired)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CertificateTemplateUrl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progression rungs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Black Royal  (Id 1–19, SortOrder 1–19). Id 20 = Lifestyle Consultant, the default starting rank at SortOrder 0.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RankRequirement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 rank (LevelNo 0, 1, 2 …) — for multi-tier ranks with stepped requirements.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17320"/>
            <a:ext cx="73152" cy="4937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81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Capping math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32918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Per-leg cap (DT)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perLegCap = MaxTeamPointsPerBranch × TeamPoints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 0.5 — each leg ≤ 50 %)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Per-branch cap (ET)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perBranchCap = MaxEnrollmentTeamPointsPerBranch × EnrollmentTeam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 0.5)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that axis opts OUT for this rank.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417320"/>
            <a:ext cx="73152" cy="4937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81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011680"/>
            <a:ext cx="32004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sweep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RankEngine · 03:30 UTC. Evaluates members whose stats changed.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/api/v1/ranks/evaluate/{memberId}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rank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SortOrder ever achieved. Stays at lifetime even if current rank drops.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RankEvaluationQueue lets us avoid full-table scans every night.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LOYALTY + 12 · JOBS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points &amp; job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029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5029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81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Points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663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/ Unlocked model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points cannot be spent. Unlocks after N consecutive successful payments (per-product setting in ProductLoyaltyPointsSetting).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MissedPayment flag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billing failures flip this true. Once true, future unlocks on this row are blocked.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bucketing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MonthNo + YearNo for reports.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pays for stable subscribers. The billing engine signals success/failure into this table — Stopped / HoldByBilling / Expired transitions are what flip MissedPayment.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417320"/>
            <a:ext cx="5897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417320"/>
            <a:ext cx="73152" cy="502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5544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Hangfire jobs · queue commissions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05740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874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DailyResidualJob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2 * * 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02:00 UTC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BoostBonusJob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3 * *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Sundays 03:00 UTC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BoostBonusSweepJob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*/5 * * * 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min · backfill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CarBonusJob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5 1 * 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of month 05:00 UTC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CarBonusSweepJob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6 * * 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06:00 UTC · reconciliation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PresidentialBonusJob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4 1 * 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of month 04:00 UTC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DailyResidualConsolidationJob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4 * * 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Mondays 04:00 UTC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989320" y="57150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(event-driven): Sponsor Bonus · Fast Start Bonus · Matching Bonus. These fire from the order/signup handler via MediatR — never scheduled.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Commissions ↔ Billing — four integration seams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9748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0574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triggers commissions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697480"/>
            <a:ext cx="23682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recurring charge cascades into: FSB on the order (real-time), Boost Bonus eligibility (weekly), Matching Bonus (event), upline DT/ET contribution → rank evaluation.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6974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46304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20574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Commissions fund bills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56432" y="2697480"/>
            <a:ext cx="23682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CommissionBalanceService reads pending CommissionEarning + pending DailyResidualEarning (with consolidation threshold) → consolidates → writes negative debit → issues product token.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46304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91072" y="20574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changes reverse points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91072" y="2697480"/>
            <a:ext cx="23682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going Active → Expired / HoldByBilling retracts the contribution to upline. In the planned high-volume pipeline, this becomes a negative PointDeltaEvent.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14630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0" y="1463040"/>
            <a:ext cx="269748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146304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25712" y="20574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sees billing health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25712" y="2697480"/>
            <a:ext cx="23682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MissedPayment flips true when the recurring engine fails to bill. Future unlocks on the affected loyalty-points rows are blocked.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8521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PLANNED SEAM (BILLING-RULES §10)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1996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upline aggregator collapses thousands of per-charge events into one batched UPDATE per upline — eliminating hot-key contention on top-of-tree members and ending state-oscillation writes. Rank evaluation queue gets enqueued only for members whose stats actually moved.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HARD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violate these.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CommissionEarning.Status = Paid is terminal. Reversals are NEW negative rows; never mutate Paid.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737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Residuals live in their own table. New accruals go to DailyResidualEarning, never directly to CommissionEarning.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threshold is configurable (GlobalParameter "DailyResidualConsolidationMinimum", default $100). Never hardcode.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78892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Per-leg / per-branch caps live on CommissionType and RankRequirement. Bypassing them produces unqualified ranks.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657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commission calc from controllers. Real-time types via MediatR from order/signup handlers; batch types from Hangfire jobs.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657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Points visibility is scoped. Reports outside the affected member's upline must never surface them.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617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by (SourceOrderId, CommissionTypeId). The unique constraint exists — rely on it, don't "remember".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7091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617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daily-residual rows are never deleted. Going Paid means tracking fields + ConsolidatedIntoCommissionEarningId set.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5577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always comes from IDateTimeProvider. Never DateTime.Now / DateTime.UtcNow in handlers or jobs.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56692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577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Snapshot, don't recompute. New accrual tables capture the values that explain the row (rank, eligible points, PP).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LIVE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locations &amp; references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entities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1945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Domain/Entities/Commission/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237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entities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52374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Domain/Entities/Rank/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entities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8529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Domain/Entities/Loyalty/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handlers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18211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CommissionEngine/Features/Calculate*/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handlers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51129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CommissionEngine/Features/Reverse*/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 jobs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8404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CommissionEngine/Jobs/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169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computation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1696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Repository/Services/Ranks/RankComputationService.cs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498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evaluation + certificate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4988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RankEngine/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828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snapshot job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82803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Repository/Jobs/MemberStatisticSnapshotJob.cs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1572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commissions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51572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AdminAPI/Controllers/AdminCommissions*.cs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486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commissions 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548640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AdminWeb/Components/Pages/AdminCommissions*.razor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815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docs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581558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docs/billing/BILLING-RULES.md · docs/superpowers/specs/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wins  ·  this deck second  ·  spec docs in /docs/superpowers/specs/ for history &amp; rationale.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MLMConqueror — Commissions Reference · v1.0 · 2026-05-13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MLMConqueror Commissions — Rules &amp; Workflow</dc:title>
  <dc:subject>Reference deck for the commissions subsystem</dc:subject>
  <dc:creator>Sagara Media Group</dc:creator>
  <cp:lastModifiedBy>Sagara Media Group</cp:lastModifiedBy>
  <cp:revision>1</cp:revision>
  <dcterms:created xsi:type="dcterms:W3CDTF">2026-05-13T17:09:46Z</dcterms:created>
  <dcterms:modified xsi:type="dcterms:W3CDTF">2026-05-13T17:09:46Z</dcterms:modified>
</cp:coreProperties>
</file>